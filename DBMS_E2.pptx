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1112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882076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882076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b9882076e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b9882076e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b9882076e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b9882076e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b9882076e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b9882076e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a1af75a5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a1af75a5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a1af75a5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a1af75a5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a1af75a5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a1af75a5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a1af75a5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a1af75a5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a1af75a5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a1af75a5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80800" y="0"/>
            <a:ext cx="8520600" cy="150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50"/>
              <a:t>DATABASE MANAGEMENT SYSTEM</a:t>
            </a:r>
            <a:endParaRPr sz="375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750"/>
              <a:t>CS23332</a:t>
            </a:r>
            <a:endParaRPr sz="375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77150" y="2064600"/>
            <a:ext cx="8520600" cy="10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2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MANIPULATING DATA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162700" y="3642000"/>
            <a:ext cx="7538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 </a:t>
            </a:r>
            <a:r>
              <a:rPr lang="en" sz="1800" b="1" dirty="0">
                <a:solidFill>
                  <a:schemeClr val="dk1"/>
                </a:solidFill>
                <a:highlight>
                  <a:schemeClr val="lt1"/>
                </a:highlight>
              </a:rPr>
              <a:t>JOTHIKA  K</a:t>
            </a:r>
            <a:endParaRPr sz="18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1"/>
                </a:solidFill>
                <a:highlight>
                  <a:schemeClr val="lt1"/>
                </a:highlight>
              </a:rPr>
              <a:t>241801110</a:t>
            </a:r>
            <a:endParaRPr sz="1800" b="1" dirty="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1. Create MY_EMPLOYEE table with the following structure</a:t>
            </a:r>
            <a:endParaRPr sz="20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100" y="995225"/>
            <a:ext cx="5029426" cy="38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0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09"/>
              <a:buFont typeface="Arial"/>
              <a:buNone/>
            </a:pPr>
            <a:r>
              <a:rPr lang="en" sz="2244"/>
              <a:t>2. Add the first and second rows data to MY_EMPLOYEE table from the following sampledata.</a:t>
            </a:r>
            <a:endParaRPr sz="2244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44"/>
              <a:t>3. Display the table with values.</a:t>
            </a:r>
            <a:endParaRPr sz="2244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2425"/>
            <a:ext cx="8839201" cy="3141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500"/>
              <a:buFont typeface="Arial"/>
              <a:buNone/>
            </a:pPr>
            <a:r>
              <a:rPr lang="en" sz="2222"/>
              <a:t>4. Populate the next two rows of data from the sample data. Concatenate the first letter of the first_name with the first seven characters of the last_name to produce Userid.</a:t>
            </a:r>
            <a:endParaRPr sz="2222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6400" y="1464250"/>
            <a:ext cx="4751714" cy="34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5. Make the data additions permanent.</a:t>
            </a:r>
            <a:endParaRPr sz="2020"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800" y="854450"/>
            <a:ext cx="739112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/>
              <a:t>6. Change the last name of employee 3 to Drexler.</a:t>
            </a:r>
            <a:endParaRPr sz="2000"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2250" y="1114425"/>
            <a:ext cx="538764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/>
              <a:t>7. Change the salary to 1000 for all the employees with a salary less than 900.</a:t>
            </a:r>
            <a:endParaRPr sz="2000"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6950" y="1432325"/>
            <a:ext cx="7283825" cy="34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8. Delete Betty dancs from MY _EMPLOYEE table.</a:t>
            </a:r>
            <a:endParaRPr sz="2020"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875" y="1170125"/>
            <a:ext cx="800864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9. Empty the fourth row of the emp table.</a:t>
            </a:r>
            <a:endParaRPr sz="2020"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450" y="1017725"/>
            <a:ext cx="450387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On-screen Show (16:9)</PresentationFormat>
  <Paragraphs>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DATABASE MANAGEMENT SYSTEM CS23332</vt:lpstr>
      <vt:lpstr>1. Create MY_EMPLOYEE table with the following structure</vt:lpstr>
      <vt:lpstr>2. Add the first and second rows data to MY_EMPLOYEE table from the following sampledata. 3. Display the table with values.</vt:lpstr>
      <vt:lpstr>4. Populate the next two rows of data from the sample data. Concatenate the first letter of the first_name with the first seven characters of the last_name to produce Userid. </vt:lpstr>
      <vt:lpstr>5. Make the data additions permanent.</vt:lpstr>
      <vt:lpstr>6. Change the last name of employee 3 to Drexler.</vt:lpstr>
      <vt:lpstr>7. Change the salary to 1000 for all the employees with a salary less than 900.</vt:lpstr>
      <vt:lpstr>8. Delete Betty dancs from MY _EMPLOYEE table.</vt:lpstr>
      <vt:lpstr>9. Empty the fourth row of the emp table.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abinaya kannan</cp:lastModifiedBy>
  <cp:revision>1</cp:revision>
  <dcterms:modified xsi:type="dcterms:W3CDTF">2025-11-20T08:13:02Z</dcterms:modified>
</cp:coreProperties>
</file>