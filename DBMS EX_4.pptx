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1112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5b1fa9c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5b1fa9c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5b1fa9c4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5b1fa9c4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5b1fa9c4a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5b1fa9c4a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5b1fa9c4a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5b1fa9c4a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5b1fa9c4a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5b1fa9c4a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cb20cbc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cb20cbc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cb20cbcb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cb20cbcb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80800" y="0"/>
            <a:ext cx="8520600" cy="15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50"/>
              <a:t>DATABASE MANAGEMENT SYSTEM</a:t>
            </a:r>
            <a:endParaRPr sz="37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750"/>
              <a:t>CS23332</a:t>
            </a:r>
            <a:endParaRPr sz="375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77150" y="2064600"/>
            <a:ext cx="8520600" cy="10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4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WRITING BASIC SQL SELECT STATEMENTS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162700" y="3642000"/>
            <a:ext cx="7538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 </a:t>
            </a:r>
            <a:r>
              <a:rPr lang="e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JOTHIKA  K</a:t>
            </a:r>
            <a:endParaRPr sz="18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highlight>
                  <a:schemeClr val="lt1"/>
                </a:highlight>
              </a:rPr>
              <a:t>241801110</a:t>
            </a:r>
            <a:endParaRPr sz="1800" b="1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2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2. Show the structure of departments the table. Select all the data from it.</a:t>
            </a:r>
            <a:endParaRPr sz="20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22525"/>
            <a:ext cx="8066526" cy="22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 t="13464"/>
          <a:stretch/>
        </p:blipFill>
        <p:spPr>
          <a:xfrm>
            <a:off x="1187975" y="3291950"/>
            <a:ext cx="8066524" cy="185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5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3. Create a query to display the last name, job code, hire date, and employee number for each employee, with employee number appearing first.</a:t>
            </a:r>
            <a:endParaRPr sz="300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21425"/>
            <a:ext cx="8839200" cy="2597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147350" y="0"/>
            <a:ext cx="8685000" cy="45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4. Provide an alias STARTDATE for the hire date.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350" y="795500"/>
            <a:ext cx="8063501" cy="29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5. Create a query to display unique job codes from the employee table.</a:t>
            </a:r>
            <a:endParaRPr sz="3000"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7343775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19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6. Display the last name concatenated with the job ID , separated by a comma and space, and name  the column EMPLOYEE and TITLE.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 rotWithShape="1">
          <a:blip r:embed="rId3">
            <a:alphaModFix/>
          </a:blip>
          <a:srcRect t="30934"/>
          <a:stretch/>
        </p:blipFill>
        <p:spPr>
          <a:xfrm>
            <a:off x="779000" y="926875"/>
            <a:ext cx="5055802" cy="192327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261075" y="3211425"/>
            <a:ext cx="693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248025" y="91375"/>
            <a:ext cx="8584200" cy="9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820"/>
              <a:t>7. Create a query to display all the data from the employees table. Separate each column by a comma. Name the column THE_OUTPUT</a:t>
            </a:r>
            <a:endParaRPr sz="2720"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 rotWithShape="1">
          <a:blip r:embed="rId3">
            <a:alphaModFix/>
          </a:blip>
          <a:srcRect l="61675" t="14704"/>
          <a:stretch/>
        </p:blipFill>
        <p:spPr>
          <a:xfrm>
            <a:off x="2728400" y="1033037"/>
            <a:ext cx="3504425" cy="365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On-screen Show (16:9)</PresentationFormat>
  <Paragraphs>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DATABASE MANAGEMENT SYSTEM CS23332</vt:lpstr>
      <vt:lpstr>2. Show the structure of departments the table. Select all the data from it.</vt:lpstr>
      <vt:lpstr>3. Create a query to display the last name, job code, hire date, and employee number for each employee, with employee number appearing first.</vt:lpstr>
      <vt:lpstr>PowerPoint Presentation</vt:lpstr>
      <vt:lpstr>5. Create a query to display unique job codes from the employee table.</vt:lpstr>
      <vt:lpstr>6. Display the last name concatenated with the job ID , separated by a comma and space, and name  the column EMPLOYEE and TITLE. </vt:lpstr>
      <vt:lpstr>7. Create a query to display all the data from the employees table. Separate each column by a comma. Name the column THE_OUTPUT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abinaya kannan</cp:lastModifiedBy>
  <cp:revision>1</cp:revision>
  <dcterms:modified xsi:type="dcterms:W3CDTF">2025-11-20T08:15:13Z</dcterms:modified>
</cp:coreProperties>
</file>