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112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30ff333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730ff333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730ff33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730ff333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30ff333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730ff333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730ff333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730ff333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30ff333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30ff333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730ff333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730ff333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98c4e9e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b98c4e9e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MANAGING TABLES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241801110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9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1. Create the DEPT table based on the DEPARTMENT following the table instance chart below. Confirm that the table is created.</a:t>
            </a:r>
            <a:endParaRPr sz="2222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88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925" y="1439650"/>
            <a:ext cx="4432400" cy="29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Create the EMP table based on the following instance chart. Confirm that the table is created.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00" y="1295700"/>
            <a:ext cx="6700950" cy="37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77"/>
              <a:t>3. Modify the EMP table to allow for longer employee last names.            confirm the modification.(Hint: Increase the size to 50)</a:t>
            </a:r>
            <a:endParaRPr sz="20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50" y="1853925"/>
            <a:ext cx="45624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225"/>
              <a:buFont typeface="Arial"/>
              <a:buNone/>
            </a:pPr>
            <a:r>
              <a:rPr lang="en" sz="2066"/>
              <a:t>4. Create the EMPLOYEES2 table based on the structure of EMPLOYEES table. Include Only the Employee_id, First_name, Last_name, Salary and Dept_id column. Name the columns Id, First_name, Last_name, salary and Dept_id respectively.</a:t>
            </a:r>
            <a:endParaRPr sz="206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75" y="1766850"/>
            <a:ext cx="5331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207000" y="65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Drop the EMP table.</a:t>
            </a:r>
            <a:endParaRPr sz="202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175" y="502650"/>
            <a:ext cx="4266600" cy="19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09925" y="2826950"/>
            <a:ext cx="797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6. Rename the EMPLOYEES2 table as EMP.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800" y="3319550"/>
            <a:ext cx="3743100" cy="17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65450" y="0"/>
            <a:ext cx="8714400" cy="9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7. Add a comment on DEPT and EMP tables. Confirm the modification by describing the table.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4700"/>
            <a:ext cx="8696504" cy="3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Drop the First_name column from the EMP table and confirm it.</a:t>
            </a:r>
            <a:endParaRPr sz="202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25" y="898650"/>
            <a:ext cx="7853350" cy="3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DATABASE MANAGEMENT SYSTEM CS23332</vt:lpstr>
      <vt:lpstr>1. Create the DEPT table based on the DEPARTMENT following the table instance chart below. Confirm that the table is created. </vt:lpstr>
      <vt:lpstr>2. Create the EMP table based on the following instance chart. Confirm that the table is created. </vt:lpstr>
      <vt:lpstr>3. Modify the EMP table to allow for longer employee last names.            confirm the modification.(Hint: Increase the size to 50) </vt:lpstr>
      <vt:lpstr>4. Create the EMPLOYEES2 table based on the structure of EMPLOYEES table. Include Only the Employee_id, First_name, Last_name, Salary and Dept_id column. Name the columns Id, First_name, Last_name, salary and Dept_id respectively. </vt:lpstr>
      <vt:lpstr>5. Drop the EMP table.</vt:lpstr>
      <vt:lpstr>7. Add a comment on DEPT and EMP tables. Confirm the modification by describing the table. </vt:lpstr>
      <vt:lpstr>8. Drop the First_name column from the EMP table and confirm it.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abinaya kannan</cp:lastModifiedBy>
  <cp:revision>1</cp:revision>
  <dcterms:modified xsi:type="dcterms:W3CDTF">2025-11-20T08:13:41Z</dcterms:modified>
</cp:coreProperties>
</file>