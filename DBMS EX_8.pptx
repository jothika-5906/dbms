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112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0de4511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0de4511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ea2d003c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ea2d003c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0de4511c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0de4511c4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ea2d003c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ea2d003c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ea2d003c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ea2d003c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48700" y="268425"/>
            <a:ext cx="8520600" cy="15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/>
              <a:t>DATABASE MANAGEMENT SYSTEM</a:t>
            </a:r>
            <a:endParaRPr sz="37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/>
              <a:t>CS23332</a:t>
            </a:r>
            <a:endParaRPr sz="375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3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INCLUDING CONSTRAINTS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 b="1">
                <a:solidFill>
                  <a:schemeClr val="dk1"/>
                </a:solidFill>
                <a:highlight>
                  <a:schemeClr val="lt1"/>
                </a:highlight>
              </a:rPr>
              <a:t>JOTHIKA  K</a:t>
            </a:r>
            <a:endParaRPr sz="18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241801110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0" y="241100"/>
            <a:ext cx="8520600" cy="1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1. Add a table-level PRIMARY KEY constraint to the EMP table on the ID column.The constraint should be named at creation. Name the constraint my_emp_id_pk.</a:t>
            </a:r>
            <a:endParaRPr sz="2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468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t="8380" r="49535" b="10179"/>
          <a:stretch/>
        </p:blipFill>
        <p:spPr>
          <a:xfrm>
            <a:off x="2893225" y="2223500"/>
            <a:ext cx="3120924" cy="237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832300" cy="46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2. Create a PRIMARY KEY constraint to the DEPT table using the ID column. The constraint should be named at creation. Name the constraint my_dept_id_pk.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875" y="1877000"/>
            <a:ext cx="4177525" cy="28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40"/>
              <a:t>3. Add a column DEPT_ID to the EMP table. Add a foreign key reference on the EMP table that ensures that the employee is not assigned to nonexistent department. Name the constraint</a:t>
            </a:r>
            <a:endParaRPr sz="204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40"/>
              <a:t>my_emp_dept_id_fk.</a:t>
            </a:r>
            <a:endParaRPr sz="204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325" y="1982375"/>
            <a:ext cx="4743450" cy="28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3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4. Modify the EMP table. Add a COMMISSION column of NUMBER data , precision 2,scale 2. Add a constraint to the commission column that ensures that a commission value is greater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than zero.</a:t>
            </a:r>
            <a:endParaRPr sz="200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425" y="2344052"/>
            <a:ext cx="3867150" cy="22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On-screen Show (16:9)</PresentationFormat>
  <Paragraphs>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DATABASE MANAGEMENT SYSTEM CS23332</vt:lpstr>
      <vt:lpstr>1. Add a table-level PRIMARY KEY constraint to the EMP table on the ID column.The constraint should be named at creation. Name the constraint my_emp_id_pk. </vt:lpstr>
      <vt:lpstr>PowerPoint Presentation</vt:lpstr>
      <vt:lpstr>3. Add a column DEPT_ID to the EMP table. Add a foreign key reference on the EMP table that ensures that the employee is not assigned to nonexistent department. Name the constraint my_emp_dept_id_fk. </vt:lpstr>
      <vt:lpstr>4. Modify the EMP table. Add a COMMISSION column of NUMBER data , precision 2,scale 2. Add a constraint to the commission column that ensures that a commission value is greater than zero.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abinaya kannan</cp:lastModifiedBy>
  <cp:revision>1</cp:revision>
  <dcterms:modified xsi:type="dcterms:W3CDTF">2025-11-20T08:14:32Z</dcterms:modified>
</cp:coreProperties>
</file>